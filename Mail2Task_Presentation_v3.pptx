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60120"/>
            <a:ext cx="2011680" cy="237744"/>
          </a:xfrm>
          <a:prstGeom prst="rect">
            <a:avLst/>
          </a:prstGeom>
          <a:solidFill>
            <a:srgbClr val="E8D29A"/>
          </a:solidFill>
          <a:ln w="12700">
            <a:solidFill>
              <a:srgbClr val="E8D2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41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 PROJECT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86384" y="15087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21762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기반 업무 자동화 시스템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6B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수집 · PDF 분석 · Task 추출 · MongoDB 저장 · FastAPI 관리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960120"/>
            <a:ext cx="4526280" cy="4526280"/>
          </a:xfrm>
          <a:prstGeom prst="roundRect">
            <a:avLst>
              <a:gd name="adj" fmla="val 2020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325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Snapshot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33488" y="1783080"/>
            <a:ext cx="987552" cy="438912"/>
          </a:xfrm>
          <a:prstGeom prst="roundRect">
            <a:avLst>
              <a:gd name="adj" fmla="val 16667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8836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49640" y="18562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메일 수집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20391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IMAP 기반 자동 조회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33488" y="2679192"/>
            <a:ext cx="987552" cy="438912"/>
          </a:xfrm>
          <a:prstGeom prst="roundRect">
            <a:avLst>
              <a:gd name="adj" fmla="val 16667"/>
            </a:avLst>
          </a:prstGeom>
          <a:solidFill>
            <a:srgbClr val="EFE5CC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27797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49640" y="27523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텍스트 추출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2935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함께 통합 분석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33488" y="3575304"/>
            <a:ext cx="987552" cy="438912"/>
          </a:xfrm>
          <a:prstGeom prst="roundRect">
            <a:avLst>
              <a:gd name="adj" fmla="val 16667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6758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49640" y="36484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마감일·우선순위 정리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38313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/ 긴급도 / 추천 문서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3488" y="4471416"/>
            <a:ext cx="987552" cy="438912"/>
          </a:xfrm>
          <a:prstGeom prst="roundRect">
            <a:avLst>
              <a:gd name="adj" fmla="val 16667"/>
            </a:avLst>
          </a:prstGeom>
          <a:solidFill>
            <a:srgbClr val="EFE5CC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4572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4544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/ 완료 처리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49640" y="47274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변경과 회신 메일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5715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 · 팀 프로젝트 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구성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기준 핵심 흐름과 추가 구현 포인트를 함께 정리했습니다.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4937760" cy="896112"/>
          </a:xfrm>
          <a:prstGeom prst="roundRect">
            <a:avLst>
              <a:gd name="adj" fmla="val 816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38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929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221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기반 업무 관리의 비효율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4937760" cy="896112"/>
          </a:xfrm>
          <a:prstGeom prst="roundRect">
            <a:avLst>
              <a:gd name="adj" fmla="val 816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118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410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Mail2Task의 end-to-end 자동화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4937760" cy="896112"/>
          </a:xfrm>
          <a:prstGeom prst="roundRect">
            <a:avLst>
              <a:gd name="adj" fmla="val 816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315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3068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599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추출 / 요약 / 완료 알림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783080"/>
            <a:ext cx="4937760" cy="896112"/>
          </a:xfrm>
          <a:prstGeom prst="roundRect">
            <a:avLst>
              <a:gd name="adj" fmla="val 816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938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1929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추천 기능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2221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연관분석 기반 관련 문서 추천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971800"/>
            <a:ext cx="4937760" cy="896112"/>
          </a:xfrm>
          <a:prstGeom prst="roundRect">
            <a:avLst>
              <a:gd name="adj" fmla="val 816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3118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3410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구성 / 데이터 저장 / 웹 화면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4160520"/>
            <a:ext cx="4937760" cy="896112"/>
          </a:xfrm>
          <a:prstGeom prst="roundRect">
            <a:avLst>
              <a:gd name="adj" fmla="val 816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43159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43068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역할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4599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기준 담당 영역 소개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기반 업무 요청, 왜 비효율적인가?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업무가 메일과 첨부문서에 흩어질 때 발생하는 대표 문제를 정리했습니다.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9568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요청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2267712"/>
            <a:ext cx="314553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요청이 메일함에 분산되어 우선적으로 처리할 일과 이미 처리한 일을 한눈에 구분하기 어렵습니다.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1688" y="182880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9568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정리 부담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267712"/>
            <a:ext cx="314553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제목·본문·첨부를 각각 읽고 정리해야 해서 누락과 지연이 발생합니다.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46136" y="1828800"/>
            <a:ext cx="3474720" cy="3520440"/>
          </a:xfrm>
          <a:prstGeom prst="roundRect">
            <a:avLst>
              <a:gd name="adj" fmla="val 2105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95681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첨부문서 확인 비용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10728" y="2267712"/>
            <a:ext cx="314553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PDF의 마감일과 핵심 요청사항을 다시 찾아야 하므로 업무 파악 시간이 더 길어집니다.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5669280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메일을 그대로 보여주는 것만으로는 부족하고, 바로 실행 가능한 Task 단위로 바꿔줘야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Mail2Task의 해결 방식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수집부터 완료 회신까지, README에 정리된 전체 파이프라인을 한 흐름으로 연결합니다.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298448" cy="2240280"/>
          </a:xfrm>
          <a:prstGeom prst="roundRect">
            <a:avLst>
              <a:gd name="adj" fmla="val 563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8408" y="29992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IMAP 수집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1115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업무 관련 메일 조회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21992" y="3200400"/>
            <a:ext cx="146304" cy="320040"/>
          </a:xfrm>
          <a:prstGeom prst="chevron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2423160"/>
            <a:ext cx="1298448" cy="2240280"/>
          </a:xfrm>
          <a:prstGeom prst="roundRect">
            <a:avLst>
              <a:gd name="adj" fmla="val 5634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6936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51176" y="29992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/ PDF 추출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32888" y="3703320"/>
            <a:ext cx="1115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PDF도 함께 텍스트화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94760" y="3200400"/>
            <a:ext cx="146304" cy="320040"/>
          </a:xfrm>
          <a:prstGeom prst="chevron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14216" y="2423160"/>
            <a:ext cx="1298448" cy="2240280"/>
          </a:xfrm>
          <a:prstGeom prst="roundRect">
            <a:avLst>
              <a:gd name="adj" fmla="val 563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9704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23944" y="29992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블록 분리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05656" y="3703320"/>
            <a:ext cx="1115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1건에서 여러 업무 추출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67528" y="3200400"/>
            <a:ext cx="146304" cy="320040"/>
          </a:xfrm>
          <a:prstGeom prst="chevron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86984" y="2423160"/>
            <a:ext cx="1298448" cy="2240280"/>
          </a:xfrm>
          <a:prstGeom prst="roundRect">
            <a:avLst>
              <a:gd name="adj" fmla="val 5634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96712" y="29992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/ 마감 / 긴급도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78424" y="3703320"/>
            <a:ext cx="1115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+ 규칙 기반 분석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0296" y="3200400"/>
            <a:ext cx="146304" cy="320040"/>
          </a:xfrm>
          <a:prstGeom prst="chevron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9752" y="2423160"/>
            <a:ext cx="1298448" cy="2240280"/>
          </a:xfrm>
          <a:prstGeom prst="roundRect">
            <a:avLst>
              <a:gd name="adj" fmla="val 563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69480" y="29992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저장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51192" y="3703320"/>
            <a:ext cx="1115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mails / tasks / pdf_documents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13064" y="3200400"/>
            <a:ext cx="146304" cy="320040"/>
          </a:xfrm>
          <a:prstGeom prst="chevron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2423160"/>
            <a:ext cx="1298448" cy="2240280"/>
          </a:xfrm>
          <a:prstGeom prst="roundRect">
            <a:avLst>
              <a:gd name="adj" fmla="val 5634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08008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42248" y="29992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관리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23960" y="3703320"/>
            <a:ext cx="1115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목록·필터·상세·통계 제공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085832" y="3200400"/>
            <a:ext cx="146304" cy="320040"/>
          </a:xfrm>
          <a:prstGeom prst="chevron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05288" y="2423160"/>
            <a:ext cx="1298448" cy="2240280"/>
          </a:xfrm>
          <a:prstGeom prst="roundRect">
            <a:avLst>
              <a:gd name="adj" fmla="val 563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0776" y="2596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415016" y="29992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메일 발송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396728" y="3703320"/>
            <a:ext cx="111556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변경 시 자동 회신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요약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README와 실제 구현을 기준으로 사용자 가치가 큰 기능만 압축했습니다.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자동 수집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267712"/>
            <a:ext cx="47000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IMAP으로 업무 메일을 가져오고 대상 메일을 선별합니다.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95681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텍스트 추출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2267712"/>
            <a:ext cx="47000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pdfplumber로 첨부문서까지 읽어 업무 문맥을 놓치지 않습니다.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090672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21868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다중 추출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3529584"/>
            <a:ext cx="47000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1건에서 여러 개의 할 일을 분리해 저장합니다.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090672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21868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 / 마감 계산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3529584"/>
            <a:ext cx="47000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키워드와 마감일로 우선순위를 자동 산정합니다.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" y="4352544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8056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+ 완료 알림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4791456"/>
            <a:ext cx="47000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요약과 완료 회신 메일로 후속 커뮤니케이션까지 자동화합니다.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구현 포인트: 연관분석 기반 PDF 추천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README에 빠지기 쉬운 확장 기능으로, 관련 문서를 자동으로 찾아 업무 이해를 돕습니다.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core/pdf_related.py</a:t>
            </a:r>
            <a:pPr indent="0" marL="0">
              <a:buNone/>
            </a:pPr>
            <a:r>
              <a:rPr lang="en-US" sz="12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에서 </a:t>
            </a:r>
            <a:pPr indent="0" marL="0">
              <a:buNone/>
            </a:pPr>
            <a:r>
              <a:rPr lang="en-US" sz="12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Apriori(apyori)</a:t>
            </a:r>
            <a:pPr indent="0" marL="0">
              <a:buNone/>
            </a:pPr>
            <a:r>
              <a:rPr lang="en-US" sz="12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buNone/>
            </a:pPr>
            <a:r>
              <a:rPr lang="en-US" sz="12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키워드 중첩도</a:t>
            </a:r>
            <a:pPr indent="0" marL="0">
              <a:buNone/>
            </a:pPr>
            <a:r>
              <a:rPr lang="en-US" sz="12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사용해 관련 PDF를 추천합니다.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33629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연관분석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286000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2336292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키워드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2286000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344" y="233629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286000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2336292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286000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233629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83464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044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로직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429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PDF별 키워드 집합을 만들고 transaction 형태로 정리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Apriori 규칙에서 함께 등장하는 문서 패턴 추출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겹치는 키워드 수와 규칙 점수를 합산해 순위화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사유를 공통 키워드와 규칙 지표로 함께 제시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834640"/>
            <a:ext cx="4983480" cy="2286000"/>
          </a:xfrm>
          <a:prstGeom prst="roundRect">
            <a:avLst>
              <a:gd name="adj" fmla="val 3200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3044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반영 포인트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34290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상세 화면에서 첨부 PDF별 관련 문서 5건 추천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본문만으로도 body-related PDFs 추천 가능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키워드는 발표 자료에서 짙은 노란색으로 시각 강조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조회가 아니라 다음 참고 문서까지 이어지는 탐색 UX 제공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구조와 데이터 저장 방식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README의 모듈 구조와 MongoDB 컬렉션 구성을 발표 흐름에 맞게 압축했습니다.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구조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267712"/>
            <a:ext cx="291693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수집, PDF 추출, 완료 메일 발송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추출, 분류, 어댑터 로직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저장 및 조회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화면과 상세 기능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95681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컬렉션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2267712"/>
            <a:ext cx="291693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메일, 본문, 첨부 정보 저장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Task, 마감일, 긴급도, 상태 저장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pdf_documents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키워드, 추천 후보 데이터 저장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95681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11312" y="2267712"/>
            <a:ext cx="291693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/settings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계정 설정 및 연결 테스트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/tasks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검색, 필터, 정렬 중심 목록 화면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/tasks/{id}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원문, PDF, 추천 문서, 완료 처리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상태·유형·긴급도 통계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강조할 사용자 경험 포인트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데모 화면에서 보여주면 좋은 포인트를 키워드 중심으로 정리했습니다.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10469880" cy="3611880"/>
          </a:xfrm>
          <a:prstGeom prst="roundRect">
            <a:avLst>
              <a:gd name="adj" fmla="val 2025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7627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</a:t>
            </a:r>
            <a:pPr algn="ctr" indent="0" marL="0">
              <a:buNone/>
            </a:pPr>
            <a:r>
              <a:rPr lang="en-US" sz="17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pPr algn="ctr" indent="0" marL="0">
              <a:buNone/>
            </a:pPr>
            <a:r>
              <a:rPr lang="en-US" sz="17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PDF </a:t>
            </a:r>
            <a:pPr algn="ctr" indent="0" marL="0">
              <a:buNone/>
            </a:pPr>
            <a:r>
              <a:rPr lang="en-US" sz="17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pPr algn="ctr" indent="0" marL="0">
              <a:buNone/>
            </a:pPr>
            <a:r>
              <a:rPr lang="en-US" sz="17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Task </a:t>
            </a:r>
            <a:pPr algn="ctr" indent="0" marL="0">
              <a:buNone/>
            </a:pPr>
            <a:r>
              <a:rPr lang="en-US" sz="17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pPr algn="ctr" indent="0" marL="0">
              <a:buNone/>
            </a:pPr>
            <a:r>
              <a:rPr lang="en-US" sz="17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관련 PDF </a:t>
            </a:r>
            <a:pPr algn="ctr" indent="0" marL="0">
              <a:buNone/>
            </a:pPr>
            <a:r>
              <a:rPr lang="en-US" sz="17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pPr algn="ctr" indent="0" marL="0">
              <a:buNone/>
            </a:pPr>
            <a:r>
              <a:rPr lang="en-US" sz="17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완료 메일 </a:t>
            </a:r>
            <a:pPr algn="ctr" indent="0" marL="0">
              <a:buNone/>
            </a:pPr>
            <a:r>
              <a:rPr lang="en-US" sz="17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9326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화면에서 원본 메일, PDF, 요약, 마감일을 동시에 보여줄 수 있음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문서는 단순 링크가 아니라 '왜 추천됐는지'를 함께 설명 가능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자료에서는 중요한 키워드를 짙은 노란색으로 반복 강조해 시선 유도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메일을 다시 읽지 않고도 처리 우선순위를 빠르게 판단 가능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4736592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478688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 추출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4736592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478688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 계산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4736592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478688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PDF 추천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4736592"/>
            <a:ext cx="1645920" cy="310896"/>
          </a:xfrm>
          <a:prstGeom prst="roundRect">
            <a:avLst>
              <a:gd name="adj" fmla="val 35294"/>
            </a:avLst>
          </a:prstGeom>
          <a:solidFill>
            <a:srgbClr val="E8D29A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478688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메일 발송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팀원별 담당 역할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저장소 기여 흐름을 기준으로 발표용 역할을 정리했습니다.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9397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HongSeungMin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2404872"/>
            <a:ext cx="2916936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/ 통합 / 발표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흐름 설계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시나리오 정리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자료 통합 및 스토리 구성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09397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gyujin00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6592" y="2404872"/>
            <a:ext cx="2916936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/ 데이터 / 추천 기능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저장 구조 정리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키워드 추출 및 연관분석 추천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상세 화면 기능 확장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75320" y="196596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209397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kdh2929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9912" y="2404872"/>
            <a:ext cx="2916936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파이프라인 / 테스트 / QA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수집 및 Task 추출 흐름 점검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케이스 정리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시연용 시나리오 검증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" y="56509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이름과 역할은 발표 직전 실제 분담 기준으로 한 번 더 최종 확인하면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차별점과 기대 효과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메일 조회를 넘어서 실무 흐름 전체를 자동화한다는 점이 핵심입니다.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382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82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56032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메일을 그대로 나열해 보여줌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본문만 보고 사람이 직접 분류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PDF는 별도 확인 필요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판단과 완료 회신도 수동 처리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148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2560320"/>
            <a:ext cx="4160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메일에서 바로 Task를 자동 추출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PDF와 본문을 함께 분석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긴급도, 마감일, 요약, 관련 PDF 추천 제공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처리 후 회신 메일까지 자동 발송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A6400"/>
          </a:solidFill>
          <a:ln w="12700">
            <a:solidFill>
              <a:srgbClr val="8A6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8CD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19933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4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 — 메일 기반 업무 자동화 시스템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926080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메일과 PDF를 읽고 실행 가능한 Task로 변환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1EADB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657600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마감일·긴급도·요약·관련 PDF 추천까지 자동 지원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251960"/>
            <a:ext cx="5440680" cy="45720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4389120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실무형 웹 화면과 완료 회신 메일로 후속 흐름까지 연결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28016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FBF8F2"/>
          </a:solidFill>
          <a:ln w="12700">
            <a:solidFill>
              <a:srgbClr val="D8CD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6459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Message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71232" y="2240280"/>
            <a:ext cx="3200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메일을 읽는 시간보다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처리하는 시간에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1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집중하게 만드는 도구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9536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Mail2Task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Mail2Task Presentation v3</dc:title>
  <dc:subject>Mail2Task presentation refresh</dc:subject>
  <dc:creator>Codex</dc:creator>
  <cp:lastModifiedBy>Codex</cp:lastModifiedBy>
  <cp:revision>1</cp:revision>
  <dcterms:created xsi:type="dcterms:W3CDTF">2026-04-29T07:17:30Z</dcterms:created>
  <dcterms:modified xsi:type="dcterms:W3CDTF">2026-04-29T07:17:30Z</dcterms:modified>
</cp:coreProperties>
</file>