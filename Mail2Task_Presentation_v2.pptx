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24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70135" y="821282"/>
            <a:ext cx="3566160" cy="356616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767568"/>
            <a:ext cx="2194560" cy="219456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 PROJECT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6858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자동화 시스템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90872"/>
            <a:ext cx="822960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2B4"/>
                </a:solidFill>
              </a:rPr>
              <a:t>Gmail  ·  PDF 추출  ·  MongoDB  ·  FastAPI  ·  OpenAI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82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61872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배경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7739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관리의 비효율성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61872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61872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61872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3533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77393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Mail2Task의 핵심 접근 방식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377440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377440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889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흐름에 맞춘 자동화 기능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377440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377440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77440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4688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889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동작 구조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493008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93008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93008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35844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0050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실무형 자동화의 특징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493008"/>
            <a:ext cx="393192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F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493008"/>
            <a:ext cx="5303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493008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35844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40050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사용자와 조직의 변화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요청, 왜 비효율적인가?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메일 기반 업무 관리의 현실적인 한계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188720"/>
            <a:ext cx="2670048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9304" y="1389888"/>
            <a:ext cx="914400" cy="914400"/>
          </a:xfrm>
          <a:prstGeom prst="ellipse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9304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📬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" y="24871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업무 요청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44368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요청이 메일 수신함에 분산되어 어디서부터 처리해야 할지 파악하기 어렵습니다.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9272" y="1188720"/>
            <a:ext cx="267004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97096" y="1389888"/>
            <a:ext cx="914400" cy="914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97096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3456432" y="2487168"/>
            <a:ext cx="365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41064" y="24871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정리의 한계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56432" y="2944368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메일을 하나씩 직접 읽고 분류해야 해서 누락이나 처리 지연이 발생합니다.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27064" y="1188720"/>
            <a:ext cx="267004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27064" y="1188720"/>
            <a:ext cx="2670048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04888" y="1389888"/>
            <a:ext cx="914400" cy="914400"/>
          </a:xfrm>
          <a:prstGeom prst="ellipse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13898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6364224" y="2487168"/>
            <a:ext cx="36576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48856" y="24871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시간 증가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64224" y="2944368"/>
            <a:ext cx="2414016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PDF까지 별도로 열어 내용을 확인해야 해서 업무 파악에 시간이 더 걸립니다.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Mail2Task: 메일을 자동으로 To-do로 변환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읽고, 분석하고, 업무로 바꾸는 자동화 흐름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61288"/>
            <a:ext cx="2331720" cy="3611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441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207568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단순히 보여주는 것이 아니라,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즉시 실행할 수 있는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단위(Task)로 변환합니다.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4178808"/>
            <a:ext cx="13258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788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→ Task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99232" y="118872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99232" y="1188720"/>
            <a:ext cx="301752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6392" y="1371600"/>
            <a:ext cx="43891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639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85032" y="13716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📩  메일 자동 수집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82112" y="1938528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IMAP으로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메일 자동 수집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18872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188720"/>
            <a:ext cx="3017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371600"/>
            <a:ext cx="438912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1371600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  본문 &amp; PDF 분석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1938528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제목·본문·첨부 PDF를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분석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99232" y="3044952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99232" y="3044952"/>
            <a:ext cx="3017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36392" y="3227832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85032" y="322783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 업무 정보 추출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82112" y="3794760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업무·마감일·긴급도·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요약 자동 추출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044952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044952"/>
            <a:ext cx="301752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3227832"/>
            <a:ext cx="438912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95160" y="3227832"/>
            <a:ext cx="22128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  웹 화면 통합 관리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3794760"/>
            <a:ext cx="2724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Task 확인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업무 흐름에 맞춘 핵심 기능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수집부터 완료 알림까지, 업무 흐름 전체를 커버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207008"/>
            <a:ext cx="4572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1289304"/>
            <a:ext cx="457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2801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📧  Gmail IMAP 기반 메일 수집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280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메일을 주기적으로 자동 수집하고 업무 관련 여부를 자동으로 분류합니다.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1920240"/>
            <a:ext cx="83210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920240"/>
            <a:ext cx="457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" y="2002536"/>
            <a:ext cx="457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9933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 PDF 첨부파일 텍스트 추출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9933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pdfplumber를 활용해 첨부 PDF 내용까지 분석 대상에 포함합니다.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633472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633472"/>
            <a:ext cx="457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" y="2715768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270662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 업무 요약 · 마감일 · 우선순위 자동 정리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2724912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7066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 기반으로 업무 핵심 내용, 마감일, 긴급도를 자동으로 추출합니다.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346704"/>
            <a:ext cx="83210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346704"/>
            <a:ext cx="45720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" y="3429000"/>
            <a:ext cx="4572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" y="341985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  웹 대시보드 및 상세 화면 제공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63440" y="3438144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4198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웹 UI에서 Task 목록, 필터, 통계, 상세 내용을 한눈에 확인합니다.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059936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059936"/>
            <a:ext cx="45720" cy="6217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" y="4142232"/>
            <a:ext cx="4572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" y="413308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📬  완료 처리 시 자동 알림 메일 발송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663440" y="4151376"/>
            <a:ext cx="36576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41330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완료 버튼 클릭 시 발신자에게 완료 회신 메일을 자동으로 발송합니다.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 동작 구조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7단계로 연결된 자동화 파이프라인 한눈에 보기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" y="1298448"/>
            <a:ext cx="100584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18388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4108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4228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1952" y="1298448"/>
            <a:ext cx="1005840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01952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47672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07792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85516" y="1298448"/>
            <a:ext cx="100584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5516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985516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31236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1236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91356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1298448"/>
            <a:ext cx="100584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069080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74920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52644" y="1298448"/>
            <a:ext cx="1005840" cy="12618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2644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152644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98364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8364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58484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1298448"/>
            <a:ext cx="1005840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236208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81928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42048" y="1892808"/>
            <a:ext cx="7772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9772" y="1298448"/>
            <a:ext cx="1005840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9772" y="13898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📬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7319772" y="19568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65492" y="1325880"/>
            <a:ext cx="256032" cy="25603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549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1480" y="2834640"/>
            <a:ext cx="832104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2834640"/>
            <a:ext cx="4572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 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" y="33192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IMAP으로 메일을 읽고 업무 여부를 분류합니다.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6060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 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606040" y="33192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본문과 첨부 PDF를 함께 분석해 업무 정보를 추출합니다.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177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저장·제공  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17720" y="33192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MongoDB에 저장 후 FastAPI 웹 UI로 Task를 제공합니다.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294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 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629400" y="331927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Task 완료 처리 시 발신자에게 회신 메일을 자동 발송합니다.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메일 조회를 넘는 실무형 자동화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Mail2Task가 기존 방식과 다른 4가지 핵심 차별점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61288"/>
            <a:ext cx="374904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기존 방식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161288"/>
            <a:ext cx="37490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Mail2Task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7888" y="1161288"/>
            <a:ext cx="472712" cy="42976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4204" y="112928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VS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1737360"/>
            <a:ext cx="374904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메일을 그대로 나열해서 보여줌</a:t>
            </a:r>
            <a:endParaRPr lang="en-US" sz="1150" b="1" dirty="0"/>
          </a:p>
        </p:txBody>
      </p:sp>
      <p:sp>
        <p:nvSpPr>
          <p:cNvPr id="19" name="Shape 17"/>
          <p:cNvSpPr/>
          <p:nvPr/>
        </p:nvSpPr>
        <p:spPr>
          <a:xfrm>
            <a:off x="5029200" y="1737360"/>
            <a:ext cx="374904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메일에서 업무 Task를 자동 추출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0" y="2020824"/>
            <a:ext cx="9144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892808"/>
            <a:ext cx="22860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46888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4688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본문 텍스트만 확인 가능</a:t>
            </a:r>
            <a:endParaRPr lang="en-US" sz="1150" b="1" dirty="0"/>
          </a:p>
        </p:txBody>
      </p:sp>
      <p:sp>
        <p:nvSpPr>
          <p:cNvPr id="25" name="Shape 23"/>
          <p:cNvSpPr/>
          <p:nvPr/>
        </p:nvSpPr>
        <p:spPr>
          <a:xfrm>
            <a:off x="5029200" y="2468880"/>
            <a:ext cx="3749040" cy="640080"/>
          </a:xfrm>
          <a:prstGeom prst="rect">
            <a:avLst/>
          </a:prstGeom>
          <a:solidFill>
            <a:srgbClr val="E6FAF8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4688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첨부 PDF 내용까지 자동 분석에 반영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0" y="2752344"/>
            <a:ext cx="9144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624328"/>
            <a:ext cx="22860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200400"/>
            <a:ext cx="3749040" cy="6400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004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중요도는 사람이 직접 판단</a:t>
            </a:r>
            <a:endParaRPr lang="en-US" sz="1150" b="1" dirty="0"/>
          </a:p>
        </p:txBody>
      </p:sp>
      <p:sp>
        <p:nvSpPr>
          <p:cNvPr id="31" name="Shape 29"/>
          <p:cNvSpPr/>
          <p:nvPr/>
        </p:nvSpPr>
        <p:spPr>
          <a:xfrm>
            <a:off x="5029200" y="3200400"/>
            <a:ext cx="3749040" cy="640080"/>
          </a:xfrm>
          <a:prstGeom prst="rect">
            <a:avLst/>
          </a:prstGeom>
          <a:solidFill>
            <a:srgbClr val="F0FDFA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2004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LLM 기반 긴급도·마감일 자동 계산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14800" y="3483864"/>
            <a:ext cx="9144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355848"/>
            <a:ext cx="22860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93192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319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완료 후 회신 메일을 별도로 작성</a:t>
            </a:r>
            <a:endParaRPr lang="en-US" sz="1150" b="1" dirty="0"/>
          </a:p>
        </p:txBody>
      </p:sp>
      <p:sp>
        <p:nvSpPr>
          <p:cNvPr id="37" name="Shape 35"/>
          <p:cNvSpPr/>
          <p:nvPr/>
        </p:nvSpPr>
        <p:spPr>
          <a:xfrm>
            <a:off x="5029200" y="3931920"/>
            <a:ext cx="3749040" cy="640080"/>
          </a:xfrm>
          <a:prstGeom prst="rect">
            <a:avLst/>
          </a:prstGeom>
          <a:solidFill>
            <a:srgbClr val="E6FAF8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9319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 완료 처리 시 회신 메일 자동 발송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114800" y="4215384"/>
            <a:ext cx="9144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087368"/>
            <a:ext cx="228600" cy="32918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3716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54864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749808"/>
            <a:ext cx="9144000" cy="320040"/>
          </a:xfrm>
          <a:prstGeom prst="rect">
            <a:avLst/>
          </a:prstGeom>
          <a:solidFill>
            <a:srgbClr val="EBF5F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749808"/>
            <a:ext cx="45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 자동화가 가져오는 실질적인 변화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4873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  /  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207008"/>
            <a:ext cx="64008" cy="1645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" y="1408176"/>
            <a:ext cx="777240" cy="777240"/>
          </a:xfrm>
          <a:prstGeom prst="ellipse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140817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13716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누락 감소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186537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자동화된 수집과 추출로 메일에서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중요한 업무 요청이 누락될 위험을 줄입니다.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798064"/>
            <a:ext cx="3931920" cy="54864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20700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207008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01768" y="1408176"/>
            <a:ext cx="777240" cy="77724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40817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897880" y="137160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판단 시간 단축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186537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긴급도와 마감일을 자동 계산해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판단 부담을 덜어줍니다.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98064"/>
            <a:ext cx="3931920" cy="54864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12724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127248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3328416"/>
            <a:ext cx="777240" cy="77724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32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508760" y="3291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반복적인 정리 작업 감소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08760" y="378561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수동으로 메일을 읽고 분류하던 반복 작업이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사라져 핵심 업무에 집중할 수 있습니다.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4718304"/>
            <a:ext cx="3931920" cy="54864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127248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127248"/>
            <a:ext cx="64008" cy="1645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01768" y="3328416"/>
            <a:ext cx="777240" cy="777240"/>
          </a:xfrm>
          <a:prstGeom prst="ellipse">
            <a:avLst/>
          </a:prstGeom>
          <a:solidFill>
            <a:srgbClr val="B45309">
              <a:alpha val="12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33284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897880" y="32918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협업 효율 향상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97880" y="3785616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메일 자동 발송으로 협업 상대방에게도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완료가 즉시 전달됩니다.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4718304"/>
            <a:ext cx="3931920" cy="54864"/>
          </a:xfrm>
          <a:prstGeom prst="rect">
            <a:avLst/>
          </a:prstGeom>
          <a:solidFill>
            <a:srgbClr val="B45309">
              <a:alpha val="30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-457200"/>
            <a:ext cx="4114800" cy="41148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8288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Mail2Task — 메일 기반 업무 자동화 시스템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 </a:t>
            </a: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기반 업무를 자동 분류하고 Task로 변환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3593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 </a:t>
            </a: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첨부 분석 + LLM 요약 + 긴급도 자동 계산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39410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 </a:t>
            </a: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처리 시 발신자에게 자동 회신 발송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428853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9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✦  </a:t>
            </a: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적용 가능한 닫힌 업무 자동화 흐름 구현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649</Words>
  <Application>Microsoft Office PowerPoint</Application>
  <PresentationFormat>화면 슬라이드 쇼(16:9)</PresentationFormat>
  <Paragraphs>175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Mail2Task</dc:title>
  <dc:subject>PptxGenJS Presentation</dc:subject>
  <dc:creator>규진</dc:creator>
  <cp:lastModifiedBy>규진 차</cp:lastModifiedBy>
  <cp:revision>3</cp:revision>
  <dcterms:created xsi:type="dcterms:W3CDTF">2026-04-29T06:38:01Z</dcterms:created>
  <dcterms:modified xsi:type="dcterms:W3CDTF">2026-04-29T07:35:46Z</dcterms:modified>
</cp:coreProperties>
</file>