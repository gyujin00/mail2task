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1097280"/>
            <a:ext cx="3474720" cy="3474720"/>
          </a:xfrm>
          <a:prstGeom prst="ellipse">
            <a:avLst/>
          </a:prstGeom>
          <a:solidFill>
            <a:srgbClr val="065A82">
              <a:alpha val="22000"/>
            </a:srgbClr>
          </a:solidFill>
          <a:ln w="12700">
            <a:solidFill>
              <a:srgbClr val="065A82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828800"/>
            <a:ext cx="2194560" cy="219456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43000"/>
            <a:ext cx="27432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MINI PROJECT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kern="0" spc="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업무 자동화 시스템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E36"/>
          </a:solidFill>
          <a:ln w="12700">
            <a:solidFill>
              <a:srgbClr val="0F1E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2B4"/>
                </a:solidFill>
              </a:rPr>
              <a:t>Gmail  ·  PDF 추출  ·  MongoDB  ·  FastAPI  ·  OpenAI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프로젝트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841248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Mail2Task는 Gmail 메일과 PDF 첨부를 읽어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일을 추출하고, MongoDB에 저장한 뒤,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웹 화면에서 관리하고 완료 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 메일까지 보내는 업무 자동화 프로젝트입니다.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3657600" cy="2788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76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핵심 목적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▸  </a:t>
            </a:r>
            <a:r>
              <a:rPr lang="en-US" sz="1150" dirty="0">
                <a:solidFill>
                  <a:srgbClr val="D1D5DB"/>
                </a:solidFill>
              </a:rPr>
              <a:t>반복적인 업무 메일 처리 자동화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0266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▸  </a:t>
            </a:r>
            <a:r>
              <a:rPr lang="en-US" sz="1150" dirty="0">
                <a:solidFill>
                  <a:srgbClr val="D1D5DB"/>
                </a:solidFill>
              </a:rPr>
              <a:t>PDF 첨부 포함 멀티소스 Task 추출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4472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▸  </a:t>
            </a:r>
            <a:r>
              <a:rPr lang="en-US" sz="1150" dirty="0">
                <a:solidFill>
                  <a:srgbClr val="D1D5DB"/>
                </a:solidFill>
              </a:rPr>
              <a:t>AI 기반 자동 우선순위 분류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8679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▸  </a:t>
            </a:r>
            <a:r>
              <a:rPr lang="en-US" sz="1150" dirty="0">
                <a:solidFill>
                  <a:srgbClr val="D1D5DB"/>
                </a:solidFill>
              </a:rPr>
              <a:t>웹 기반 통합 관리 인터페이스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28853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▸  </a:t>
            </a:r>
            <a:r>
              <a:rPr lang="en-US" sz="1150" dirty="0">
                <a:solidFill>
                  <a:srgbClr val="D1D5DB"/>
                </a:solidFill>
              </a:rPr>
              <a:t>완료 시 자동 회신 메일 발송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749808"/>
            <a:ext cx="4297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749808"/>
            <a:ext cx="502920" cy="4937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749808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749808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Gmail IMAP으로 최근 메일 조회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1257300"/>
            <a:ext cx="4297680" cy="493776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257300"/>
            <a:ext cx="502920" cy="4937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25730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1257300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업무 메일 여부 자동 판별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0" y="1764792"/>
            <a:ext cx="4297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1764792"/>
            <a:ext cx="502920" cy="4937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1764792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1764792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첨부 PDF 저장 및 텍스트 추출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2272284"/>
            <a:ext cx="4297680" cy="493776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272284"/>
            <a:ext cx="502920" cy="4937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272284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2272284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메일 본문 + PDF → Task 추출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0" y="2779776"/>
            <a:ext cx="4297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2779776"/>
            <a:ext cx="502920" cy="4937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2779776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2779776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마감일 · 긴급도 · 유형 · 요약 생성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0" y="3287268"/>
            <a:ext cx="4297680" cy="493776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3287268"/>
            <a:ext cx="502920" cy="4937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287268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3287268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MongoDB 저장 (mails, tasks)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0" y="3794760"/>
            <a:ext cx="4297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3794760"/>
            <a:ext cx="502920" cy="4937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379476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07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3794760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웹 화면에서 목록 · 상세 · 통계 제공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72000" y="4302252"/>
            <a:ext cx="4297680" cy="493776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0" y="4302252"/>
            <a:ext cx="502920" cy="4937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4302252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08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66360" y="4302252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완료 처리 후 발신자에게 회신 메일 발송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주요 기능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920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7724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0525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</a:rPr>
              <a:t>Gmail 메일 수집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110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IMAP으로 최신 업무 메일 자동 조회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51176" y="777240"/>
            <a:ext cx="1920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51176" y="77724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42616" y="90525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42616" y="15270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</a:rPr>
              <a:t>업무 메일 필터링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42616" y="19110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관련 메일 자동 분류 및 판별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90872" y="777240"/>
            <a:ext cx="1920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77724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90525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82312" y="15270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</a:rPr>
              <a:t>PDF 텍스트 추출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2312" y="19110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pdfplumber 기반 첨부 PDF 파싱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30568" y="777240"/>
            <a:ext cx="1920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30568" y="77724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2008" y="90525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22008" y="15270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</a:rPr>
              <a:t>멀티 Task 추출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22008" y="19110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1건에서 여러 Task 동시 추출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2660904"/>
            <a:ext cx="1920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2660904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788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02920" y="341071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</a:rPr>
              <a:t>마감일 &amp; 긴급도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분석 기반 자동 파싱 및 계산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51176" y="2660904"/>
            <a:ext cx="1920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51176" y="2660904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42616" y="2788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2642616" y="341071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</a:rPr>
              <a:t>MongoDB 저장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42616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mails / tasks 컬렉션 이중 관리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90872" y="2660904"/>
            <a:ext cx="1920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90872" y="2660904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2788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782312" y="341071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</a:rPr>
              <a:t>OpenAI 요약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82312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GPT 기반 1~2줄 업무 요약 자동 생성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30568" y="2660904"/>
            <a:ext cx="1920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30568" y="2660904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22008" y="2788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📬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922008" y="341071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</a:rPr>
              <a:t>완료 메일 발송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22008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처리 시 발신자에게 자동 회신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처리 파이프라인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① 수집 파이프라인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33856"/>
            <a:ext cx="950976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3385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Gmail Inbox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225296" y="1335024"/>
            <a:ext cx="914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16736" y="1133856"/>
            <a:ext cx="950976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113385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A4A"/>
                </a:solidFill>
              </a:rPr>
              <a:t>mail_reader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67712" y="1335024"/>
            <a:ext cx="914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1133856"/>
            <a:ext cx="950976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113385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A4A"/>
                </a:solidFill>
              </a:rPr>
              <a:t>pdf_extractor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0128" y="1335024"/>
            <a:ext cx="914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1133856"/>
            <a:ext cx="950976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13385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A4A"/>
                </a:solidFill>
              </a:rPr>
              <a:t>task_extractor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52544" y="1335024"/>
            <a:ext cx="914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43984" y="1133856"/>
            <a:ext cx="950976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3984" y="113385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A4A"/>
                </a:solidFill>
              </a:rPr>
              <a:t>summarizer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4960" y="1335024"/>
            <a:ext cx="914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1133856"/>
            <a:ext cx="950976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13385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A4A"/>
                </a:solidFill>
              </a:rPr>
              <a:t>mongo_task_store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37376" y="1335024"/>
            <a:ext cx="914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28816" y="1133856"/>
            <a:ext cx="950976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28816" y="113385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A4A"/>
                </a:solidFill>
              </a:rPr>
              <a:t>MongoDB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79792" y="1335024"/>
            <a:ext cx="914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71232" y="1133856"/>
            <a:ext cx="95097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113385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Browser UI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19202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② 완료 메일 파이프라인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2304288"/>
            <a:ext cx="1261872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30428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Task 상세 페이지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536192" y="2514600"/>
            <a:ext cx="914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27632" y="2304288"/>
            <a:ext cx="1261872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27632" y="230428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webapp/app.py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89504" y="2514600"/>
            <a:ext cx="914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80944" y="2304288"/>
            <a:ext cx="1261872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80944" y="230428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update_status()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42816" y="2514600"/>
            <a:ext cx="914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34256" y="2304288"/>
            <a:ext cx="1261872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34256" y="230428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send_completion_notice()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96128" y="2514600"/>
            <a:ext cx="914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87568" y="2304288"/>
            <a:ext cx="1261872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230428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Gmail SMTP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49440" y="2514600"/>
            <a:ext cx="914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40880" y="2304288"/>
            <a:ext cx="126187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230428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발신자 수신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3017520"/>
            <a:ext cx="9144000" cy="2125980"/>
          </a:xfrm>
          <a:prstGeom prst="rect">
            <a:avLst/>
          </a:prstGeom>
          <a:solidFill>
            <a:srgbClr val="F0FDF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30175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136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mail_reader.py   </a:t>
            </a:r>
            <a:r>
              <a:rPr lang="en-US" sz="1100" dirty="0">
                <a:solidFill>
                  <a:srgbClr val="1E293B"/>
                </a:solidFill>
              </a:rPr>
              <a:t>Gmail IMAP 조회, 본문 추출, PDF 다운로드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37760" y="3136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pdf_extractor.py   </a:t>
            </a:r>
            <a:r>
              <a:rPr lang="en-US" sz="1100" dirty="0">
                <a:solidFill>
                  <a:srgbClr val="1E293B"/>
                </a:solidFill>
              </a:rPr>
              <a:t>pdfplumber로 PDF 텍스트 추출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" y="36484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task_extractor.py   </a:t>
            </a:r>
            <a:r>
              <a:rPr lang="en-US" sz="1100" dirty="0">
                <a:solidFill>
                  <a:srgbClr val="1E293B"/>
                </a:solidFill>
              </a:rPr>
              <a:t>메일 1건에서 Task 다수 추출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937760" y="36484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summarizer.py   </a:t>
            </a:r>
            <a:r>
              <a:rPr lang="en-US" sz="1100" dirty="0">
                <a:solidFill>
                  <a:srgbClr val="1E293B"/>
                </a:solidFill>
              </a:rPr>
              <a:t>상세 화면용 1~2줄 요약 생성 (OpenAI)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65760" y="4160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mongo_task_store.py   </a:t>
            </a:r>
            <a:r>
              <a:rPr lang="en-US" sz="1100" dirty="0">
                <a:solidFill>
                  <a:srgbClr val="1E293B"/>
                </a:solidFill>
              </a:rPr>
              <a:t>실제 메일/Task MongoDB 저장소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37760" y="4160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notifier.py   </a:t>
            </a:r>
            <a:r>
              <a:rPr lang="en-US" sz="1100" dirty="0">
                <a:solidFill>
                  <a:srgbClr val="1E293B"/>
                </a:solidFill>
              </a:rPr>
              <a:t>Gmail SMTP로 완료 메일 발송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시스템 아키텍처 — 패키지별 역할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26517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777240"/>
            <a:ext cx="265176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77724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25272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config.py — .env 로드, 설정 관리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classifier.py — 긴급도 · 중복 · 유사 그룹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4767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deadline_parser.py — 마감일 추출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9514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summarizer.py — AI 1~2줄 요약 생성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777240"/>
            <a:ext cx="26517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777240"/>
            <a:ext cx="26517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77724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mail/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125272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mail_reader.py — Gmail IMAP 조회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160020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pdf_extractor.py — PDF 텍스트 추출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194767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notifier.py — 완료 메일 발송 (SMTP)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777240"/>
            <a:ext cx="26517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777240"/>
            <a:ext cx="265176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77724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tasks/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125272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task_extractor.py — Task 추출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160020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todo_manager.py — To-do 분류 · 추출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194767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todo_manager_adapter.py — 어댑터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29514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todo_analyzer.py — Transformers 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026664"/>
            <a:ext cx="26517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026664"/>
            <a:ext cx="2651760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302666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storage/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350215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mongo_task_store.py — 메일/Task 저장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84962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database.py — 조회 · 업데이트 래퍼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3026664"/>
            <a:ext cx="26517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026664"/>
            <a:ext cx="265176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302666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monitoring/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474720" y="350215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stats.py — 상태 · 긴급도 · 유형 · 마감 통계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3026664"/>
            <a:ext cx="26517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3026664"/>
            <a:ext cx="2651760" cy="40233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302666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webapp/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00800" y="350215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app.py — FastAPI 라우팅 진입점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384962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env_service.py — .env 읽기 / 쓰기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419709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pipeline_service.py — 파이프라인 연결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454456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·  repositories.py — 화면용 조회 로직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웹 UI 화면 구성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77240"/>
            <a:ext cx="192024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772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⚙️  설정 화면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21208" y="1435608"/>
            <a:ext cx="1700784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3560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/settings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184708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Gmail 계정 입력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1208" y="23957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Gmail 앱 비밀번호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1208" y="294436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IMAP 연결 테스트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1208" y="349300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런타임 .env 즉시 반영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24912" y="77724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24912" y="777240"/>
            <a:ext cx="192024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7772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📊  대시보드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834640" y="1435608"/>
            <a:ext cx="1700784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43560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34640" y="184708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전체 Task 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34640" y="23957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상태별 Task 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34640" y="294436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긴급도별 Task 수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34640" y="349300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유형별 수 / 마감 통계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38344" y="77724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38344" y="777240"/>
            <a:ext cx="192024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9784" y="7772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📋  Task 목록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148072" y="1435608"/>
            <a:ext cx="1700784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8072" y="143560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48072" y="184708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검색 · 상태 · 긴급도 필터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48072" y="23957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유형 · 카테고리 필터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48072" y="294436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긴급도 / 마감 / 최신순 정렬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48072" y="349300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메일 새로 불러오기 트리거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51776" y="77724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51776" y="777240"/>
            <a:ext cx="1920240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7772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🔍  Task 상세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461504" y="1435608"/>
            <a:ext cx="1700784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61504" y="143560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/tasks/{id}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61504" y="184708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제목 · 발신자 · 수신 시각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61504" y="23957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긴급도 · 마감일 · 요약 · 원문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61504" y="294436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첨부 PDF 다운로드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61504" y="349300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✓  </a:t>
            </a:r>
            <a:r>
              <a:rPr lang="en-US" sz="1050" dirty="0">
                <a:solidFill>
                  <a:srgbClr val="1E293B"/>
                </a:solidFill>
              </a:rPr>
              <a:t>완료 처리 + 회신 메일 발송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MongoDB 데이터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931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393192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mails 컬렉션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원문과 첨부 정보 저장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645920"/>
            <a:ext cx="39319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645920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mail_id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65960" y="164592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메일 고유 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947672"/>
            <a:ext cx="3931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947672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65960" y="1947672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제목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249424"/>
            <a:ext cx="39319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249424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mail_category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65960" y="224942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메일 카테고리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551176"/>
            <a:ext cx="3931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551176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65960" y="2551176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발신자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852928"/>
            <a:ext cx="39319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852928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received_at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65960" y="285292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수신 시각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154680"/>
            <a:ext cx="3931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3154680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65960" y="315468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본문 내용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456432"/>
            <a:ext cx="39319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456432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pdf_files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65960" y="3456432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PDF 파일명 목록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758184"/>
            <a:ext cx="3931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758184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pdf_paths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965960" y="375818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PDF 저장 경로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059936"/>
            <a:ext cx="39319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4059936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has_pdf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65960" y="4059936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PDF 첨부 여부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61688"/>
            <a:ext cx="3931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4361688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pdf_count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965960" y="436168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PDF 개수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92040" y="777240"/>
            <a:ext cx="3931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92040" y="777240"/>
            <a:ext cx="39319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7772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tasks 컬렉션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029200" y="1298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To-do 목록의 핵심 컬렉션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92040" y="1645920"/>
            <a:ext cx="39319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01768" y="1645920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task_id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37960" y="164592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Task 고유 ID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92040" y="1947672"/>
            <a:ext cx="3931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01768" y="1947672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mail_id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537960" y="1947672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연결된 메일 ID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92040" y="2249424"/>
            <a:ext cx="39319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01768" y="2249424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37960" y="224942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Task 제목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92040" y="2551176"/>
            <a:ext cx="3931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01768" y="2551176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537960" y="2551176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발신자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92040" y="2852928"/>
            <a:ext cx="39319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01768" y="2852928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537960" y="285292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처리 상태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92040" y="3154680"/>
            <a:ext cx="3931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01768" y="3154680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task_type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537960" y="315468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Task 유형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892040" y="3456432"/>
            <a:ext cx="39319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01768" y="3456432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urgency_level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537960" y="3456432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긴급도 등급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92040" y="3758184"/>
            <a:ext cx="3931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01768" y="3758184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deadline_at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537960" y="375818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마감 일시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892040" y="4059936"/>
            <a:ext cx="393192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01768" y="4059936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537960" y="4059936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AI 요약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892040" y="4361688"/>
            <a:ext cx="39319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01768" y="4361688"/>
            <a:ext cx="14173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notified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537960" y="436168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완료 메일 발송 여부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기술 스택 &amp; 실행 방법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931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393192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🛠️  기술 스택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1005840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9844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Backend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89888" y="133502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FastAPI · Uvicorn · Python 3.11+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810512"/>
            <a:ext cx="1005840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1051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메일 연동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89888" y="184708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Gmail IMAP · Gmail SMTP · imaplib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22576"/>
            <a:ext cx="1005840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225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PDF 처리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89888" y="235915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pdfplumber · Pillow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1005840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3464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 / NLP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89888" y="2871216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OpenAI API · Transformers · PyTorch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346704"/>
            <a:ext cx="1005840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34670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데이터베이스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89888" y="338328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MongoDB · PyMongo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858768"/>
            <a:ext cx="1005840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85876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프론트엔드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89888" y="389534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Jinja2 · Chart.js · CSS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370832"/>
            <a:ext cx="1005840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37083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인프라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89888" y="440740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Docker · docker-compose · python-dotenv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777240"/>
            <a:ext cx="3931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777240"/>
            <a:ext cx="3931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7772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 실행 방법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83480" y="1316736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13167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가상환경 &amp; 패키지 설치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983480" y="1682496"/>
            <a:ext cx="37033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16824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83480" y="2029968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029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20299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.env 설정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983480" y="2395728"/>
            <a:ext cx="37033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23957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/settings 화면에서 Gmail 계정 · 앱 비밀번호 입력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83480" y="2743200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94960" y="274320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MongoDB 실행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983480" y="3108960"/>
            <a:ext cx="37033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83480" y="3456432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94960" y="345643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CLI 파이프라인 실행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983480" y="3822192"/>
            <a:ext cx="37033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4920" y="38221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983480" y="4169664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83480" y="4169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94960" y="416966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웹 서버 실행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983480" y="4535424"/>
            <a:ext cx="37033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74920" y="45354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webapp.app:app --reload --port 8000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4114800" cy="4114800"/>
          </a:xfrm>
          <a:prstGeom prst="ellipse">
            <a:avLst/>
          </a:prstGeom>
          <a:solidFill>
            <a:srgbClr val="065A82">
              <a:alpha val="22000"/>
            </a:srgbClr>
          </a:solidFill>
          <a:ln w="12700">
            <a:solidFill>
              <a:srgbClr val="065A82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0"/>
            <a:ext cx="3657600" cy="365760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 — 메일 기반 업무 자동화 시스템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29184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</a:rPr>
              <a:t>✦  </a:t>
            </a:r>
            <a:r>
              <a:rPr lang="en-US" sz="1250" dirty="0">
                <a:solidFill>
                  <a:srgbClr val="CBD5E1"/>
                </a:solidFill>
              </a:rPr>
              <a:t>Gmail IMAP + PDF 추출 → Task 자동 생성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</a:rPr>
              <a:t>✦  </a:t>
            </a:r>
            <a:r>
              <a:rPr lang="en-US" sz="1250" dirty="0">
                <a:solidFill>
                  <a:srgbClr val="CBD5E1"/>
                </a:solidFill>
              </a:rPr>
              <a:t>OpenAI 기반 요약 · 마감일 · 긴급도 자동 분석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71600" y="402336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</a:rPr>
              <a:t>✦  </a:t>
            </a:r>
            <a:r>
              <a:rPr lang="en-US" sz="1250" dirty="0">
                <a:solidFill>
                  <a:srgbClr val="CBD5E1"/>
                </a:solidFill>
              </a:rPr>
              <a:t>FastAPI 웹 UI + MongoDB 기반 통합 관리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71600" y="438912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</a:rPr>
              <a:t>✦  </a:t>
            </a:r>
            <a:r>
              <a:rPr lang="en-US" sz="1250" dirty="0">
                <a:solidFill>
                  <a:srgbClr val="CBD5E1"/>
                </a:solidFill>
              </a:rPr>
              <a:t>완료 처리 시 발신자에게 자동 회신 메일 발송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946</Words>
  <Application>Microsoft Office PowerPoint</Application>
  <PresentationFormat>화면 슬라이드 쇼(16:9)</PresentationFormat>
  <Paragraphs>222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Mail2Task</dc:title>
  <dc:subject>PptxGenJS Presentation</dc:subject>
  <dc:creator>규진</dc:creator>
  <cp:lastModifiedBy>규진 차</cp:lastModifiedBy>
  <cp:revision>1</cp:revision>
  <dcterms:created xsi:type="dcterms:W3CDTF">2026-04-29T06:23:16Z</dcterms:created>
  <dcterms:modified xsi:type="dcterms:W3CDTF">2026-04-29T06:25:12Z</dcterms:modified>
</cp:coreProperties>
</file>